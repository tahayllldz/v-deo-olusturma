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Naga Exchange İskele için hazırladığımız yeni müşteri deneyimi: NAGA VIP. Tek cümleyle: müşteriniz işlemini telefondan oluşturur, siz müşteri gelmeden hazırlarsınız. Ekrandaki kur ve veriler örnektir (DEMO).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Bugün her şey müşteri şubeye geldikten sonra başlıyor. Müşteri gelir, ne istediğini söyler, bekler; işlem o sırada hazırlanır. Örnek: Ahmet Bey 10.000 GBP bozduracak — tüm süreç şubede başlıyor.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slaytta durup soruyu sorun. Fikrin tamamı bu soruda.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NAGA VIP bir mobil uygulamadan fazlası: Naga'nın VIP müşterilerinin döviz işlemlerini şubeye gelmeden önce planlayabildiği yeni bir müşteri deneyimi. Müşteri telefonundan döviz türünü, miktarı, şubeyi ve saati seçer, rezervasyon oluşturur.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Ahmet Bey uygulamayı açar, 10.000 GBP girer, alacağı tahmini TL tutarını anında görür, İskele şubesini ve 16:30'u seçer, onaylar. Rezervasyon numarası: NGR-1042. 30 saniye, konsept akış için hedeflenen süredir.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Rezervasyon anında Naga panelinde görünür: £10,000, 16:30, İskele, durum NEW. Ekip işlemi hazırlar (PREPARING), hazır olunca READY yapar ve müşteriye bildirim gider. Panel sade: liste, detay ve üç buton.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Önce: şubeye gelir, bekler, işlem hazırlanır. NAGA VIP ile: uygulamadan rezervasyon, Naga hazırlar, müşteri gelir, işlem tamamlanır. Müşteri geldiğinde işlem hazırdır.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Daha hızlı hizmet, VIP müşteri deneyimi, daha düzenli operasyon (günün talebi önceden görünür), müşteri sadakati ve daha güçlü dijital marka. Rakam vermiyoruz; ilk aşamada pilotla ölçülebilir.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İlk versiyonda yalnızca gerekli olanlar var: mobil uygulama, kur görüntüleme, döviz hesaplama, rezervasyon, şube seçimi, tarih/saat, rezervasyon durumu, bildirim, işlem geçmişi ve Naga ekibi için admin panel. Kur konusu: uygulama tahmini kuru gösterir (Rate Reservation). Kurun kesin kilitlenmesi ve geçerlilik süresi Naga'nın operasyonel ve yasal kurallarına göre belirlenir.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Bunlar ilk sürümün parçası değil. Kullanıma göre: Faz 2 VIP + kur alarmı (favori para birimleri, tekrar işlem, VIP seviyeleri), Faz 3 CRM + otomasyon (WhatsApp, analytics, loyalty), Faz 4 çok şube ve kurumsal müşteriler. Rate Lock ileride ayrıca değerlendirilebilir.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Beta Studio: App + Web + Automation + Digital Growth. NAGA VIP'i tasarımdan geliştirmeye, yayından büyümeye kadar uçtan uca hayata geçirebilecek teknoloji partneri.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Kapanış: Müşteriniz gelsin, işlemi hazır olsun. Sonraki adım önerisi: kısa bir keşif görüşmesi (şube süreçleri, kur politikası, rezervasyon kuralları) ve ardından ilk versiyon için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AGA VIP — Döviz işlemini müşteriniz gelmeden hazırlayı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gün: müşteri gelir, işlemini söyler, bekler, işlem hazırlanı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eki ya müşteri gelmeden hazırlasak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AGA VIP — Müşteri telefonundan: Döviz → Miktar → Şube → Saat → Rezervasy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30 saniyede rezervasyon — 5 adı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aga tarafında: NEW → PREPARING → READ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üşteri deneyimi: Bekleme yerine hazır iş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aga'ya ne kazandırır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İlk versiyon (MVP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onraki aşama: NAGA VIP+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eta Studio — Digital Growth &amp; Technology Stud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üşteriniz gelsin. İşlemi hazır olsu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Beta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NAGA VIP — Ürün Konsepti</dc:title>
  <dc:subject>PptxGenJS Presentation</dc:subject>
  <dc:creator>Beta Studio</dc:creator>
  <cp:lastModifiedBy>Beta Studio</cp:lastModifiedBy>
  <cp:revision>1</cp:revision>
  <dcterms:created xsi:type="dcterms:W3CDTF">2026-10-06T18:17:43Z</dcterms:created>
  <dcterms:modified xsi:type="dcterms:W3CDTF">2026-10-06T18:17:43Z</dcterms:modified>
</cp:coreProperties>
</file>